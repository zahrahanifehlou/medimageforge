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5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MedImageForge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225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End-to-end medical imaging data platform for continuous AI model improvement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Goal: make medical imaging data reliable, traceable, privacy-controlled, and ML-ready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Approach: build locally, verify every step, then map to cloud/production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072" y="3429000"/>
            <a:ext cx="1317057" cy="55846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Foundation</a:t>
            </a:r>
          </a:p>
        </p:txBody>
      </p:sp>
      <p:sp>
        <p:nvSpPr>
          <p:cNvPr id="6" name="Chevron 5"/>
          <p:cNvSpPr/>
          <p:nvPr/>
        </p:nvSpPr>
        <p:spPr>
          <a:xfrm>
            <a:off x="1749143" y="3651128"/>
            <a:ext cx="76097" cy="212749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48254" y="3429000"/>
            <a:ext cx="1317057" cy="55846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Explore</a:t>
            </a:r>
          </a:p>
        </p:txBody>
      </p:sp>
      <p:sp>
        <p:nvSpPr>
          <p:cNvPr id="8" name="Chevron 7"/>
          <p:cNvSpPr/>
          <p:nvPr/>
        </p:nvSpPr>
        <p:spPr>
          <a:xfrm>
            <a:off x="3226374" y="3627890"/>
            <a:ext cx="76097" cy="212749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62898" y="3446607"/>
            <a:ext cx="1317057" cy="55846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/>
              <a:t>Inspect</a:t>
            </a:r>
          </a:p>
        </p:txBody>
      </p:sp>
      <p:sp>
        <p:nvSpPr>
          <p:cNvPr id="10" name="Chevron 9"/>
          <p:cNvSpPr/>
          <p:nvPr/>
        </p:nvSpPr>
        <p:spPr>
          <a:xfrm>
            <a:off x="4694231" y="3627889"/>
            <a:ext cx="76097" cy="212749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94687" y="3446606"/>
            <a:ext cx="1317057" cy="55846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Ingest</a:t>
            </a:r>
          </a:p>
        </p:txBody>
      </p:sp>
      <p:sp>
        <p:nvSpPr>
          <p:cNvPr id="12" name="Chevron 11"/>
          <p:cNvSpPr/>
          <p:nvPr/>
        </p:nvSpPr>
        <p:spPr>
          <a:xfrm>
            <a:off x="6136103" y="3630263"/>
            <a:ext cx="76097" cy="212749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6558" y="3455030"/>
            <a:ext cx="1317057" cy="55846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Curate</a:t>
            </a:r>
          </a:p>
        </p:txBody>
      </p:sp>
      <p:sp>
        <p:nvSpPr>
          <p:cNvPr id="14" name="Chevron 13"/>
          <p:cNvSpPr/>
          <p:nvPr/>
        </p:nvSpPr>
        <p:spPr>
          <a:xfrm>
            <a:off x="7622250" y="3632636"/>
            <a:ext cx="76097" cy="212749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698347" y="3446605"/>
            <a:ext cx="1317057" cy="55846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MedImageForge — learning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1 — Project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Created an installable Python project using the src/ layout</a:t>
            </a:r>
          </a:p>
          <a:p>
            <a:pPr>
              <a:spcAft>
                <a:spcPts val="1000"/>
              </a:spcAft>
              <a:defRPr sz="1700"/>
            </a:pPr>
            <a:r>
              <a:t>Added configuration in configs/default.yaml instead of hard-coding paths</a:t>
            </a:r>
          </a:p>
          <a:p>
            <a:pPr>
              <a:spcAft>
                <a:spcPts val="1000"/>
              </a:spcAft>
              <a:defRPr sz="1700"/>
            </a:pPr>
            <a:r>
              <a:t>Added logging utilities and a single CLI entry point:</a:t>
            </a:r>
          </a:p>
          <a:p>
            <a:pPr>
              <a:spcAft>
                <a:spcPts val="1000"/>
              </a:spcAft>
              <a:defRPr sz="1700"/>
            </a:pPr>
            <a:r>
              <a:t>python -m medimageforge info</a:t>
            </a:r>
          </a:p>
          <a:p>
            <a:pPr>
              <a:spcAft>
                <a:spcPts val="1000"/>
              </a:spcAft>
              <a:defRPr sz="1700"/>
            </a:pPr>
            <a:r>
              <a:t>Added smoke tests with pytest to verify the foundation</a:t>
            </a:r>
          </a:p>
          <a:p>
            <a:pPr>
              <a:spcAft>
                <a:spcPts val="1000"/>
              </a:spcAft>
              <a:defRPr sz="1700"/>
            </a:pPr>
            <a:r>
              <a:t>Result: the project can be installed, configured, executed, and tested consistently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MedImageForge — learning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2 — Dataset Explorer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Measure the raw dataset before building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Scanned Patients_CT/ and counted patients, slices, and segmentation masks</a:t>
            </a:r>
          </a:p>
          <a:p>
            <a:pPr>
              <a:spcAft>
                <a:spcPts val="1000"/>
              </a:spcAft>
              <a:defRPr sz="1700"/>
            </a:pPr>
            <a:r>
              <a:t>Loaded and cross-checked the label and demographics CSV files</a:t>
            </a:r>
          </a:p>
          <a:p>
            <a:pPr>
              <a:spcAft>
                <a:spcPts val="1000"/>
              </a:spcAft>
              <a:defRPr sz="1700"/>
            </a:pPr>
            <a:r>
              <a:t>Verified that labelled slices actually exist on disk</a:t>
            </a:r>
          </a:p>
          <a:p>
            <a:pPr>
              <a:spcAft>
                <a:spcPts val="1000"/>
              </a:spcAft>
              <a:defRPr sz="1700"/>
            </a:pPr>
            <a:r>
              <a:t>Verified every raw file with SHA-256 checksums</a:t>
            </a:r>
          </a:p>
          <a:p>
            <a:pPr>
              <a:spcAft>
                <a:spcPts val="1000"/>
              </a:spcAft>
              <a:defRPr sz="1700"/>
            </a:pPr>
            <a:r>
              <a:t>Dataset measured: 82 patients, 2,501 brain slices, 2,500 bone slices, 318 masks</a:t>
            </a:r>
          </a:p>
          <a:p>
            <a:pPr>
              <a:spcAft>
                <a:spcPts val="1000"/>
              </a:spcAft>
              <a:defRPr sz="1700"/>
            </a:pPr>
            <a:r>
              <a:t>Integrity result: 5,325 files verified, 0 mismatched, 0 missing, 1 expected extra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MedImageForge — learning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3 — Image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Opened real CT images with Pillow and inspected their pixel arrays with NumPy</a:t>
            </a:r>
          </a:p>
          <a:p>
            <a:pPr>
              <a:spcAft>
                <a:spcPts val="1000"/>
              </a:spcAft>
              <a:defRPr sz="1700"/>
            </a:pPr>
            <a:r>
              <a:t>Confirmed image dimensions, grayscale mode, pixel ranges, and visual appearance</a:t>
            </a:r>
          </a:p>
          <a:p>
            <a:pPr>
              <a:spcAft>
                <a:spcPts val="1000"/>
              </a:spcAft>
              <a:defRPr sz="1700"/>
            </a:pPr>
            <a:r>
              <a:t>Compared brain-window and bone-window images</a:t>
            </a:r>
          </a:p>
          <a:p>
            <a:pPr>
              <a:spcAft>
                <a:spcPts val="1000"/>
              </a:spcAft>
              <a:defRPr sz="1700"/>
            </a:pPr>
            <a:r>
              <a:t>Inspected hemorrhage segmentation masks and their pixel values</a:t>
            </a:r>
          </a:p>
          <a:p>
            <a:pPr>
              <a:spcAft>
                <a:spcPts val="1000"/>
              </a:spcAft>
              <a:defRPr sz="1700"/>
            </a:pPr>
            <a:r>
              <a:t>Discovered an important detail: raw JPEG masks were not truly binary because of JPEG artifacts</a:t>
            </a:r>
          </a:p>
          <a:p>
            <a:pPr>
              <a:spcAft>
                <a:spcPts val="1000"/>
              </a:spcAft>
              <a:defRPr sz="1700"/>
            </a:pPr>
            <a:r>
              <a:t>This inspection informed the validation and normalization rules used in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MedImageForge — learning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4 — Ingestion &amp; Manifest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Created a SQLite manifest as the persistent inventory of the dataset</a:t>
            </a:r>
          </a:p>
          <a:p>
            <a:pPr>
              <a:spcAft>
                <a:spcPts val="1000"/>
              </a:spcAft>
              <a:defRPr sz="1700"/>
            </a:pPr>
            <a:r>
              <a:t>Registered files with patient, slice, window, path, SHA-256, size, and status information</a:t>
            </a:r>
          </a:p>
          <a:p>
            <a:pPr>
              <a:spcAft>
                <a:spcPts val="1000"/>
              </a:spcAft>
              <a:defRPr sz="1700"/>
            </a:pPr>
            <a:r>
              <a:t>Made ingestion idempotent: re-running does not create duplicate records</a:t>
            </a:r>
          </a:p>
          <a:p>
            <a:pPr>
              <a:spcAft>
                <a:spcPts val="1000"/>
              </a:spcAft>
              <a:defRPr sz="1700"/>
            </a:pPr>
            <a:r>
              <a:t>Kept the raw data untouched — the manifest records what exists rather than changing it</a:t>
            </a:r>
          </a:p>
          <a:p>
            <a:pPr>
              <a:spcAft>
                <a:spcPts val="1000"/>
              </a:spcAft>
              <a:defRPr sz="1700"/>
            </a:pPr>
            <a:r>
              <a:t>This became the single place to ask: “What file is this, and what state is it in?”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MedImageForge — learning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5 — Curation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Reads the file list from the manifest and validates each image against explicit rules</a:t>
            </a:r>
          </a:p>
          <a:p>
            <a:pPr>
              <a:spcAft>
                <a:spcPts val="1000"/>
              </a:spcAft>
              <a:defRPr sz="1600"/>
            </a:pPr>
            <a:r>
              <a:t>Checks readability, 650×650 dimensions, information content, duplicates, labels, and mask relationships</a:t>
            </a:r>
          </a:p>
          <a:p>
            <a:pPr>
              <a:spcAft>
                <a:spcPts val="1000"/>
              </a:spcAft>
              <a:defRPr sz="1600"/>
            </a:pPr>
            <a:r>
              <a:t>Writes normalized, lossless PNG files into artifacts/curated/; raw data is never modified</a:t>
            </a:r>
          </a:p>
          <a:p>
            <a:pPr>
              <a:spcAft>
                <a:spcPts val="1000"/>
              </a:spcAft>
              <a:defRPr sz="1600"/>
            </a:pPr>
            <a:r>
              <a:t>Converts JPEG masks into true binary masks: pixel values {0, 255}</a:t>
            </a:r>
          </a:p>
          <a:p>
            <a:pPr>
              <a:spcAft>
                <a:spcPts val="1000"/>
              </a:spcAft>
              <a:defRPr sz="1600"/>
            </a:pPr>
            <a:r>
              <a:t>Records every decision, reason, source hash, output hash, and timestamp in the curation table</a:t>
            </a:r>
          </a:p>
          <a:p>
            <a:pPr>
              <a:spcAft>
                <a:spcPts val="1000"/>
              </a:spcAft>
              <a:defRPr sz="1600"/>
            </a:pPr>
            <a:r>
              <a:t>Real dataset: 5,319 accepted, 0 rejected, 1 warning; curated zone ≈333 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MedImageForge — learning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Step 6 — Privacy &amp; De-identification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Separated the controlled zone from data that may leave it</a:t>
            </a:r>
          </a:p>
          <a:p>
            <a:pPr>
              <a:spcAft>
                <a:spcPts val="1000"/>
              </a:spcAft>
              <a:defRPr sz="1600"/>
            </a:pPr>
            <a:r>
              <a:t>Pseudonymized patient IDs deterministically with HMAC-SHA256 and a secret salt</a:t>
            </a:r>
          </a:p>
          <a:p>
            <a:pPr>
              <a:spcAft>
                <a:spcPts val="1000"/>
              </a:spcAft>
              <a:defRPr sz="1600"/>
            </a:pPr>
            <a:r>
              <a:t>Example: 049 → PAT-98c32af848a5; the real-ID mapping stays in the controlled zone</a:t>
            </a:r>
          </a:p>
          <a:p>
            <a:pPr>
              <a:spcAft>
                <a:spcPts val="1000"/>
              </a:spcAft>
              <a:defRPr sz="1600"/>
            </a:pPr>
            <a:r>
              <a:t>Privacy gate checks: image metadata, identifier columns, free-text identifiers, age &gt; 89, and real IDs in exports</a:t>
            </a:r>
          </a:p>
          <a:p>
            <a:pPr>
              <a:spcAft>
                <a:spcPts val="1000"/>
              </a:spcAft>
              <a:defRPr sz="1600"/>
            </a:pPr>
            <a:r>
              <a:t>Gate is enforceable: exit code 0 = PASS; exit code 1 = FAIL</a:t>
            </a:r>
          </a:p>
          <a:p>
            <a:pPr>
              <a:spcAft>
                <a:spcPts val="1000"/>
              </a:spcAft>
              <a:defRPr sz="1600"/>
            </a:pPr>
            <a:r>
              <a:t>Result: 82 unique pseudonyms, no collisions, all five privacy checks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MedImageForge — learning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Where We Are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End of Phase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57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Raw data</a:t>
            </a:r>
          </a:p>
        </p:txBody>
      </p:sp>
      <p:sp>
        <p:nvSpPr>
          <p:cNvPr id="5" name="Chevron 4"/>
          <p:cNvSpPr/>
          <p:nvPr/>
        </p:nvSpPr>
        <p:spPr>
          <a:xfrm>
            <a:off x="2578608" y="2112264"/>
            <a:ext cx="118872" cy="36576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06624" y="1828800"/>
            <a:ext cx="2057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Manifest</a:t>
            </a:r>
          </a:p>
        </p:txBody>
      </p:sp>
      <p:sp>
        <p:nvSpPr>
          <p:cNvPr id="7" name="Chevron 6"/>
          <p:cNvSpPr/>
          <p:nvPr/>
        </p:nvSpPr>
        <p:spPr>
          <a:xfrm>
            <a:off x="4782312" y="2112264"/>
            <a:ext cx="118872" cy="36576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910328" y="1828800"/>
            <a:ext cx="2057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Curation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6986016" y="2112264"/>
            <a:ext cx="118872" cy="36576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14032" y="1828800"/>
            <a:ext cx="2057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Privacy gate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9189720" y="2112264"/>
            <a:ext cx="118872" cy="36576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317736" y="1828800"/>
            <a:ext cx="2057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Safe downstream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Raw zone remains immutable and recoverable</a:t>
            </a:r>
          </a:p>
          <a:p>
            <a:pPr>
              <a:spcAft>
                <a:spcPts val="1000"/>
              </a:spcAft>
              <a:defRPr sz="1700"/>
            </a:pPr>
            <a:r>
              <a:t>Every important decision is traceable through hashes, database records, and reports</a:t>
            </a:r>
          </a:p>
          <a:p>
            <a:pPr>
              <a:spcAft>
                <a:spcPts val="1000"/>
              </a:spcAft>
              <a:defRPr sz="1700"/>
            </a:pPr>
            <a:r>
              <a:t>Data quality controls and privacy controls are explicit and tested</a:t>
            </a:r>
          </a:p>
          <a:p>
            <a:pPr>
              <a:spcAft>
                <a:spcPts val="1000"/>
              </a:spcAft>
              <a:defRPr sz="1700"/>
            </a:pPr>
            <a:r>
              <a:t>55 tests passed after Step 6</a:t>
            </a:r>
          </a:p>
          <a:p>
            <a:pPr>
              <a:spcAft>
                <a:spcPts val="1000"/>
              </a:spcAft>
              <a:defRPr sz="1700"/>
            </a:pPr>
            <a:r>
              <a:t>Next phase: annotations, quality gates, and dataset versioning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MedImageForge — learning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636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Zahra Hanifehlou</cp:lastModifiedBy>
  <cp:revision>2</cp:revision>
  <dcterms:created xsi:type="dcterms:W3CDTF">2013-01-27T09:14:16Z</dcterms:created>
  <dcterms:modified xsi:type="dcterms:W3CDTF">2026-09-15T11:30:19Z</dcterms:modified>
  <cp:category/>
</cp:coreProperties>
</file>